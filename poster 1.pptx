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D67F"/>
    <a:srgbClr val="828282"/>
    <a:srgbClr val="D7F5CD"/>
    <a:srgbClr val="FCDCBF"/>
    <a:srgbClr val="BFE7FF"/>
    <a:srgbClr val="FFCFE7"/>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B591E-6875-4B8D-A170-A518A8CE94C0}" v="27" dt="2024-04-16T08:19:20.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4660"/>
  </p:normalViewPr>
  <p:slideViewPr>
    <p:cSldViewPr snapToGrid="0">
      <p:cViewPr>
        <p:scale>
          <a:sx n="50" d="100"/>
          <a:sy n="50" d="100"/>
        </p:scale>
        <p:origin x="1666" y="-5693"/>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 vallepu" userId="f9b9436ef6fb9761" providerId="LiveId" clId="{0DCB591E-6875-4B8D-A170-A518A8CE94C0}"/>
    <pc:docChg chg="undo redo custSel modSld">
      <pc:chgData name="vamsi vallepu" userId="f9b9436ef6fb9761" providerId="LiveId" clId="{0DCB591E-6875-4B8D-A170-A518A8CE94C0}" dt="2024-04-16T08:30:40.481" v="1631"/>
      <pc:docMkLst>
        <pc:docMk/>
      </pc:docMkLst>
      <pc:sldChg chg="addSp delSp modSp mod">
        <pc:chgData name="vamsi vallepu" userId="f9b9436ef6fb9761" providerId="LiveId" clId="{0DCB591E-6875-4B8D-A170-A518A8CE94C0}" dt="2024-04-16T08:30:40.481" v="1631"/>
        <pc:sldMkLst>
          <pc:docMk/>
          <pc:sldMk cId="0" sldId="256"/>
        </pc:sldMkLst>
        <pc:spChg chg="mod">
          <ac:chgData name="vamsi vallepu" userId="f9b9436ef6fb9761" providerId="LiveId" clId="{0DCB591E-6875-4B8D-A170-A518A8CE94C0}" dt="2024-04-16T07:28:58.152" v="401" actId="1076"/>
          <ac:spMkLst>
            <pc:docMk/>
            <pc:sldMk cId="0" sldId="256"/>
            <ac:spMk id="5" creationId="{00000000-0000-0000-0000-000000000000}"/>
          </ac:spMkLst>
        </pc:spChg>
        <pc:spChg chg="mod">
          <ac:chgData name="vamsi vallepu" userId="f9b9436ef6fb9761" providerId="LiveId" clId="{0DCB591E-6875-4B8D-A170-A518A8CE94C0}" dt="2024-04-16T07:12:56.690" v="94" actId="20577"/>
          <ac:spMkLst>
            <pc:docMk/>
            <pc:sldMk cId="0" sldId="256"/>
            <ac:spMk id="6" creationId="{00000000-0000-0000-0000-000000000000}"/>
          </ac:spMkLst>
        </pc:spChg>
        <pc:spChg chg="del mod">
          <ac:chgData name="vamsi vallepu" userId="f9b9436ef6fb9761" providerId="LiveId" clId="{0DCB591E-6875-4B8D-A170-A518A8CE94C0}" dt="2024-04-16T07:12:28.065" v="75" actId="478"/>
          <ac:spMkLst>
            <pc:docMk/>
            <pc:sldMk cId="0" sldId="256"/>
            <ac:spMk id="14" creationId="{1DD90E27-7B71-8CD3-1540-B479314F11F4}"/>
          </ac:spMkLst>
        </pc:spChg>
        <pc:spChg chg="mod">
          <ac:chgData name="vamsi vallepu" userId="f9b9436ef6fb9761" providerId="LiveId" clId="{0DCB591E-6875-4B8D-A170-A518A8CE94C0}" dt="2024-04-16T07:45:08.615" v="661" actId="14100"/>
          <ac:spMkLst>
            <pc:docMk/>
            <pc:sldMk cId="0" sldId="256"/>
            <ac:spMk id="15" creationId="{00000000-0000-0000-0000-000000000000}"/>
          </ac:spMkLst>
        </pc:spChg>
        <pc:spChg chg="mod">
          <ac:chgData name="vamsi vallepu" userId="f9b9436ef6fb9761" providerId="LiveId" clId="{0DCB591E-6875-4B8D-A170-A518A8CE94C0}" dt="2024-04-16T07:45:20.838" v="663" actId="1076"/>
          <ac:spMkLst>
            <pc:docMk/>
            <pc:sldMk cId="0" sldId="256"/>
            <ac:spMk id="19" creationId="{00000000-0000-0000-0000-000000000000}"/>
          </ac:spMkLst>
        </pc:spChg>
        <pc:spChg chg="mod">
          <ac:chgData name="vamsi vallepu" userId="f9b9436ef6fb9761" providerId="LiveId" clId="{0DCB591E-6875-4B8D-A170-A518A8CE94C0}" dt="2024-04-16T07:46:04.084" v="675" actId="1076"/>
          <ac:spMkLst>
            <pc:docMk/>
            <pc:sldMk cId="0" sldId="256"/>
            <ac:spMk id="20" creationId="{00000000-0000-0000-0000-000000000000}"/>
          </ac:spMkLst>
        </pc:spChg>
        <pc:spChg chg="add del mod">
          <ac:chgData name="vamsi vallepu" userId="f9b9436ef6fb9761" providerId="LiveId" clId="{0DCB591E-6875-4B8D-A170-A518A8CE94C0}" dt="2024-04-16T08:21:24.476" v="1609" actId="14100"/>
          <ac:spMkLst>
            <pc:docMk/>
            <pc:sldMk cId="0" sldId="256"/>
            <ac:spMk id="22" creationId="{00000000-0000-0000-0000-000000000000}"/>
          </ac:spMkLst>
        </pc:spChg>
        <pc:spChg chg="mod">
          <ac:chgData name="vamsi vallepu" userId="f9b9436ef6fb9761" providerId="LiveId" clId="{0DCB591E-6875-4B8D-A170-A518A8CE94C0}" dt="2024-04-16T07:46:51.841" v="689" actId="1076"/>
          <ac:spMkLst>
            <pc:docMk/>
            <pc:sldMk cId="0" sldId="256"/>
            <ac:spMk id="23" creationId="{00000000-0000-0000-0000-000000000000}"/>
          </ac:spMkLst>
        </pc:spChg>
        <pc:spChg chg="mod">
          <ac:chgData name="vamsi vallepu" userId="f9b9436ef6fb9761" providerId="LiveId" clId="{0DCB591E-6875-4B8D-A170-A518A8CE94C0}" dt="2024-04-16T08:20:59.521" v="1608" actId="14100"/>
          <ac:spMkLst>
            <pc:docMk/>
            <pc:sldMk cId="0" sldId="256"/>
            <ac:spMk id="24" creationId="{00000000-0000-0000-0000-000000000000}"/>
          </ac:spMkLst>
        </pc:spChg>
        <pc:spChg chg="mod">
          <ac:chgData name="vamsi vallepu" userId="f9b9436ef6fb9761" providerId="LiveId" clId="{0DCB591E-6875-4B8D-A170-A518A8CE94C0}" dt="2024-04-16T08:25:07.381" v="1628" actId="113"/>
          <ac:spMkLst>
            <pc:docMk/>
            <pc:sldMk cId="0" sldId="256"/>
            <ac:spMk id="26" creationId="{00000000-0000-0000-0000-000000000000}"/>
          </ac:spMkLst>
        </pc:spChg>
        <pc:spChg chg="mod">
          <ac:chgData name="vamsi vallepu" userId="f9b9436ef6fb9761" providerId="LiveId" clId="{0DCB591E-6875-4B8D-A170-A518A8CE94C0}" dt="2024-04-16T08:23:55.376" v="1619" actId="113"/>
          <ac:spMkLst>
            <pc:docMk/>
            <pc:sldMk cId="0" sldId="256"/>
            <ac:spMk id="27" creationId="{00000000-0000-0000-0000-000000000000}"/>
          </ac:spMkLst>
        </pc:spChg>
        <pc:spChg chg="mod">
          <ac:chgData name="vamsi vallepu" userId="f9b9436ef6fb9761" providerId="LiveId" clId="{0DCB591E-6875-4B8D-A170-A518A8CE94C0}" dt="2024-04-16T08:24:11.848" v="1620" actId="113"/>
          <ac:spMkLst>
            <pc:docMk/>
            <pc:sldMk cId="0" sldId="256"/>
            <ac:spMk id="28" creationId="{00000000-0000-0000-0000-000000000000}"/>
          </ac:spMkLst>
        </pc:spChg>
        <pc:spChg chg="mod">
          <ac:chgData name="vamsi vallepu" userId="f9b9436ef6fb9761" providerId="LiveId" clId="{0DCB591E-6875-4B8D-A170-A518A8CE94C0}" dt="2024-04-16T08:23:21.255" v="1615" actId="113"/>
          <ac:spMkLst>
            <pc:docMk/>
            <pc:sldMk cId="0" sldId="256"/>
            <ac:spMk id="29" creationId="{00000000-0000-0000-0000-000000000000}"/>
          </ac:spMkLst>
        </pc:spChg>
        <pc:spChg chg="mod">
          <ac:chgData name="vamsi vallepu" userId="f9b9436ef6fb9761" providerId="LiveId" clId="{0DCB591E-6875-4B8D-A170-A518A8CE94C0}" dt="2024-04-16T08:24:26.496" v="1623" actId="113"/>
          <ac:spMkLst>
            <pc:docMk/>
            <pc:sldMk cId="0" sldId="256"/>
            <ac:spMk id="32" creationId="{00000000-0000-0000-0000-000000000000}"/>
          </ac:spMkLst>
        </pc:spChg>
        <pc:spChg chg="mod">
          <ac:chgData name="vamsi vallepu" userId="f9b9436ef6fb9761" providerId="LiveId" clId="{0DCB591E-6875-4B8D-A170-A518A8CE94C0}" dt="2024-04-16T08:24:21.817" v="1622" actId="113"/>
          <ac:spMkLst>
            <pc:docMk/>
            <pc:sldMk cId="0" sldId="256"/>
            <ac:spMk id="33" creationId="{00000000-0000-0000-0000-000000000000}"/>
          </ac:spMkLst>
        </pc:spChg>
        <pc:spChg chg="mod">
          <ac:chgData name="vamsi vallepu" userId="f9b9436ef6fb9761" providerId="LiveId" clId="{0DCB591E-6875-4B8D-A170-A518A8CE94C0}" dt="2024-04-16T08:24:42.700" v="1626" actId="113"/>
          <ac:spMkLst>
            <pc:docMk/>
            <pc:sldMk cId="0" sldId="256"/>
            <ac:spMk id="34" creationId="{00000000-0000-0000-0000-000000000000}"/>
          </ac:spMkLst>
        </pc:spChg>
        <pc:spChg chg="mod">
          <ac:chgData name="vamsi vallepu" userId="f9b9436ef6fb9761" providerId="LiveId" clId="{0DCB591E-6875-4B8D-A170-A518A8CE94C0}" dt="2024-04-16T08:24:31.501" v="1624" actId="113"/>
          <ac:spMkLst>
            <pc:docMk/>
            <pc:sldMk cId="0" sldId="256"/>
            <ac:spMk id="35" creationId="{00000000-0000-0000-0000-000000000000}"/>
          </ac:spMkLst>
        </pc:spChg>
        <pc:spChg chg="mod">
          <ac:chgData name="vamsi vallepu" userId="f9b9436ef6fb9761" providerId="LiveId" clId="{0DCB591E-6875-4B8D-A170-A518A8CE94C0}" dt="2024-04-16T07:09:12.494" v="61" actId="1076"/>
          <ac:spMkLst>
            <pc:docMk/>
            <pc:sldMk cId="0" sldId="256"/>
            <ac:spMk id="36" creationId="{00000000-0000-0000-0000-000000000000}"/>
          </ac:spMkLst>
        </pc:spChg>
        <pc:spChg chg="mod">
          <ac:chgData name="vamsi vallepu" userId="f9b9436ef6fb9761" providerId="LiveId" clId="{0DCB591E-6875-4B8D-A170-A518A8CE94C0}" dt="2024-04-16T08:30:40.481" v="1631"/>
          <ac:spMkLst>
            <pc:docMk/>
            <pc:sldMk cId="0" sldId="256"/>
            <ac:spMk id="38" creationId="{00000000-0000-0000-0000-000000000000}"/>
          </ac:spMkLst>
        </pc:spChg>
        <pc:spChg chg="mod">
          <ac:chgData name="vamsi vallepu" userId="f9b9436ef6fb9761" providerId="LiveId" clId="{0DCB591E-6875-4B8D-A170-A518A8CE94C0}" dt="2024-04-16T08:22:46.140" v="1612" actId="113"/>
          <ac:spMkLst>
            <pc:docMk/>
            <pc:sldMk cId="0" sldId="256"/>
            <ac:spMk id="39" creationId="{00000000-0000-0000-0000-000000000000}"/>
          </ac:spMkLst>
        </pc:spChg>
        <pc:spChg chg="mod">
          <ac:chgData name="vamsi vallepu" userId="f9b9436ef6fb9761" providerId="LiveId" clId="{0DCB591E-6875-4B8D-A170-A518A8CE94C0}" dt="2024-04-16T08:24:53.454" v="1627" actId="113"/>
          <ac:spMkLst>
            <pc:docMk/>
            <pc:sldMk cId="0" sldId="256"/>
            <ac:spMk id="41" creationId="{00000000-0000-0000-0000-000000000000}"/>
          </ac:spMkLst>
        </pc:spChg>
        <pc:spChg chg="add del">
          <ac:chgData name="vamsi vallepu" userId="f9b9436ef6fb9761" providerId="LiveId" clId="{0DCB591E-6875-4B8D-A170-A518A8CE94C0}" dt="2024-04-16T07:26:39.175" v="379" actId="21"/>
          <ac:spMkLst>
            <pc:docMk/>
            <pc:sldMk cId="0" sldId="256"/>
            <ac:spMk id="99" creationId="{44209FF7-773C-6AF8-F364-E3D938A4F888}"/>
          </ac:spMkLst>
        </pc:spChg>
        <pc:spChg chg="add mod">
          <ac:chgData name="vamsi vallepu" userId="f9b9436ef6fb9761" providerId="LiveId" clId="{0DCB591E-6875-4B8D-A170-A518A8CE94C0}" dt="2024-04-16T07:33:55.535" v="458" actId="207"/>
          <ac:spMkLst>
            <pc:docMk/>
            <pc:sldMk cId="0" sldId="256"/>
            <ac:spMk id="100" creationId="{59A28B4C-0C62-927D-6374-09F8C6AA80FF}"/>
          </ac:spMkLst>
        </pc:spChg>
        <pc:spChg chg="add mod">
          <ac:chgData name="vamsi vallepu" userId="f9b9436ef6fb9761" providerId="LiveId" clId="{0DCB591E-6875-4B8D-A170-A518A8CE94C0}" dt="2024-04-16T07:40:33.843" v="512" actId="1076"/>
          <ac:spMkLst>
            <pc:docMk/>
            <pc:sldMk cId="0" sldId="256"/>
            <ac:spMk id="101" creationId="{9C7DC214-C86C-03AF-B7B5-EC89ACCBF66B}"/>
          </ac:spMkLst>
        </pc:spChg>
        <pc:spChg chg="add mod">
          <ac:chgData name="vamsi vallepu" userId="f9b9436ef6fb9761" providerId="LiveId" clId="{0DCB591E-6875-4B8D-A170-A518A8CE94C0}" dt="2024-04-16T07:35:29.775" v="479" actId="207"/>
          <ac:spMkLst>
            <pc:docMk/>
            <pc:sldMk cId="0" sldId="256"/>
            <ac:spMk id="102" creationId="{D05775EA-4DB5-1C40-2FD9-00339D1D9234}"/>
          </ac:spMkLst>
        </pc:spChg>
        <pc:spChg chg="add mod">
          <ac:chgData name="vamsi vallepu" userId="f9b9436ef6fb9761" providerId="LiveId" clId="{0DCB591E-6875-4B8D-A170-A518A8CE94C0}" dt="2024-04-16T07:36:09.318" v="495" actId="207"/>
          <ac:spMkLst>
            <pc:docMk/>
            <pc:sldMk cId="0" sldId="256"/>
            <ac:spMk id="103" creationId="{40E89372-26FA-E11C-6528-CCF939DB9BC2}"/>
          </ac:spMkLst>
        </pc:spChg>
        <pc:spChg chg="add del mod">
          <ac:chgData name="vamsi vallepu" userId="f9b9436ef6fb9761" providerId="LiveId" clId="{0DCB591E-6875-4B8D-A170-A518A8CE94C0}" dt="2024-04-16T07:29:34.004" v="404" actId="21"/>
          <ac:spMkLst>
            <pc:docMk/>
            <pc:sldMk cId="0" sldId="256"/>
            <ac:spMk id="104" creationId="{B46F3CB5-77AA-B0DB-432E-D8BE45D2553A}"/>
          </ac:spMkLst>
        </pc:spChg>
        <pc:spChg chg="add del">
          <ac:chgData name="vamsi vallepu" userId="f9b9436ef6fb9761" providerId="LiveId" clId="{0DCB591E-6875-4B8D-A170-A518A8CE94C0}" dt="2024-04-16T07:38:29.851" v="497" actId="21"/>
          <ac:spMkLst>
            <pc:docMk/>
            <pc:sldMk cId="0" sldId="256"/>
            <ac:spMk id="105" creationId="{DCB548DE-1028-C9B8-E718-B9304DBC0146}"/>
          </ac:spMkLst>
        </pc:spChg>
        <pc:spChg chg="add del mod">
          <ac:chgData name="vamsi vallepu" userId="f9b9436ef6fb9761" providerId="LiveId" clId="{0DCB591E-6875-4B8D-A170-A518A8CE94C0}" dt="2024-04-16T07:39:01.471" v="501" actId="21"/>
          <ac:spMkLst>
            <pc:docMk/>
            <pc:sldMk cId="0" sldId="256"/>
            <ac:spMk id="106" creationId="{795AC336-CA90-E134-DA82-CC9AB9DFE6B4}"/>
          </ac:spMkLst>
        </pc:spChg>
        <pc:graphicFrameChg chg="add mod modGraphic">
          <ac:chgData name="vamsi vallepu" userId="f9b9436ef6fb9761" providerId="LiveId" clId="{0DCB591E-6875-4B8D-A170-A518A8CE94C0}" dt="2024-04-16T07:24:05.739" v="375" actId="14100"/>
          <ac:graphicFrameMkLst>
            <pc:docMk/>
            <pc:sldMk cId="0" sldId="256"/>
            <ac:graphicFrameMk id="98" creationId="{91C09AF4-8A9F-7355-6A2D-C6FF08459D27}"/>
          </ac:graphicFrameMkLst>
        </pc:graphicFrameChg>
        <pc:picChg chg="mod">
          <ac:chgData name="vamsi vallepu" userId="f9b9436ef6fb9761" providerId="LiveId" clId="{0DCB591E-6875-4B8D-A170-A518A8CE94C0}" dt="2024-04-16T07:13:09.733" v="96" actId="1076"/>
          <ac:picMkLst>
            <pc:docMk/>
            <pc:sldMk cId="0" sldId="256"/>
            <ac:picMk id="3" creationId="{F018D8C5-05B3-6EAD-2334-2D6705B4B20F}"/>
          </ac:picMkLst>
        </pc:picChg>
        <pc:picChg chg="add del mod">
          <ac:chgData name="vamsi vallepu" userId="f9b9436ef6fb9761" providerId="LiveId" clId="{0DCB591E-6875-4B8D-A170-A518A8CE94C0}" dt="2024-04-16T07:24:13.082" v="376" actId="21"/>
          <ac:picMkLst>
            <pc:docMk/>
            <pc:sldMk cId="0" sldId="256"/>
            <ac:picMk id="97" creationId="{D12EAC2C-E176-6F28-2FD8-C620AA84E846}"/>
          </ac:picMkLst>
        </pc:picChg>
        <pc:picChg chg="add del mod">
          <ac:chgData name="vamsi vallepu" userId="f9b9436ef6fb9761" providerId="LiveId" clId="{0DCB591E-6875-4B8D-A170-A518A8CE94C0}" dt="2024-04-16T07:25:57.142" v="377" actId="21"/>
          <ac:picMkLst>
            <pc:docMk/>
            <pc:sldMk cId="0" sldId="256"/>
            <ac:picMk id="1026" creationId="{1D4046C7-5C63-DC59-7A4A-F5EC90EE0B84}"/>
          </ac:picMkLst>
        </pc:picChg>
        <pc:cxnChg chg="mod">
          <ac:chgData name="vamsi vallepu" userId="f9b9436ef6fb9761" providerId="LiveId" clId="{0DCB591E-6875-4B8D-A170-A518A8CE94C0}" dt="2024-04-16T07:02:37.134" v="26" actId="14100"/>
          <ac:cxnSpMkLst>
            <pc:docMk/>
            <pc:sldMk cId="0" sldId="256"/>
            <ac:cxnSpMk id="40" creationId="{00000000-0000-0000-0000-000000000000}"/>
          </ac:cxnSpMkLst>
        </pc:cxnChg>
        <pc:cxnChg chg="mod">
          <ac:chgData name="vamsi vallepu" userId="f9b9436ef6fb9761" providerId="LiveId" clId="{0DCB591E-6875-4B8D-A170-A518A8CE94C0}" dt="2024-04-16T07:00:16.796" v="10" actId="1076"/>
          <ac:cxnSpMkLst>
            <pc:docMk/>
            <pc:sldMk cId="0" sldId="256"/>
            <ac:cxnSpMk id="43" creationId="{00000000-0000-0000-0000-000000000000}"/>
          </ac:cxnSpMkLst>
        </pc:cxnChg>
        <pc:cxnChg chg="del mod">
          <ac:chgData name="vamsi vallepu" userId="f9b9436ef6fb9761" providerId="LiveId" clId="{0DCB591E-6875-4B8D-A170-A518A8CE94C0}" dt="2024-04-16T07:01:50.064" v="20" actId="21"/>
          <ac:cxnSpMkLst>
            <pc:docMk/>
            <pc:sldMk cId="0" sldId="256"/>
            <ac:cxnSpMk id="44" creationId="{00000000-0000-0000-0000-000000000000}"/>
          </ac:cxnSpMkLst>
        </pc:cxnChg>
        <pc:cxnChg chg="mod">
          <ac:chgData name="vamsi vallepu" userId="f9b9436ef6fb9761" providerId="LiveId" clId="{0DCB591E-6875-4B8D-A170-A518A8CE94C0}" dt="2024-04-16T07:00:16.796" v="10" actId="1076"/>
          <ac:cxnSpMkLst>
            <pc:docMk/>
            <pc:sldMk cId="0" sldId="256"/>
            <ac:cxnSpMk id="45" creationId="{00000000-0000-0000-0000-000000000000}"/>
          </ac:cxnSpMkLst>
        </pc:cxnChg>
        <pc:cxnChg chg="mod">
          <ac:chgData name="vamsi vallepu" userId="f9b9436ef6fb9761" providerId="LiveId" clId="{0DCB591E-6875-4B8D-A170-A518A8CE94C0}" dt="2024-04-16T07:01:00.985" v="15" actId="14100"/>
          <ac:cxnSpMkLst>
            <pc:docMk/>
            <pc:sldMk cId="0" sldId="256"/>
            <ac:cxnSpMk id="47" creationId="{00000000-0000-0000-0000-000000000000}"/>
          </ac:cxnSpMkLst>
        </pc:cxnChg>
        <pc:cxnChg chg="add mod">
          <ac:chgData name="vamsi vallepu" userId="f9b9436ef6fb9761" providerId="LiveId" clId="{0DCB591E-6875-4B8D-A170-A518A8CE94C0}" dt="2024-04-16T07:03:10.392" v="30" actId="14100"/>
          <ac:cxnSpMkLst>
            <pc:docMk/>
            <pc:sldMk cId="0" sldId="256"/>
            <ac:cxnSpMk id="70" creationId="{8B3B4B6F-9F1D-04E9-E38C-239AD265D895}"/>
          </ac:cxnSpMkLst>
        </pc:cxnChg>
        <pc:cxnChg chg="add mod">
          <ac:chgData name="vamsi vallepu" userId="f9b9436ef6fb9761" providerId="LiveId" clId="{0DCB591E-6875-4B8D-A170-A518A8CE94C0}" dt="2024-04-16T07:04:21.123" v="44" actId="14100"/>
          <ac:cxnSpMkLst>
            <pc:docMk/>
            <pc:sldMk cId="0" sldId="256"/>
            <ac:cxnSpMk id="74" creationId="{8CEAF863-9984-B122-E657-D593B184C783}"/>
          </ac:cxnSpMkLst>
        </pc:cxnChg>
        <pc:cxnChg chg="add mod">
          <ac:chgData name="vamsi vallepu" userId="f9b9436ef6fb9761" providerId="LiveId" clId="{0DCB591E-6875-4B8D-A170-A518A8CE94C0}" dt="2024-04-16T07:04:16.713" v="43" actId="14100"/>
          <ac:cxnSpMkLst>
            <pc:docMk/>
            <pc:sldMk cId="0" sldId="256"/>
            <ac:cxnSpMk id="77" creationId="{3E41A3B8-0B2B-C3EF-4073-8CD625F47B39}"/>
          </ac:cxnSpMkLst>
        </pc:cxnChg>
        <pc:cxnChg chg="add mod">
          <ac:chgData name="vamsi vallepu" userId="f9b9436ef6fb9761" providerId="LiveId" clId="{0DCB591E-6875-4B8D-A170-A518A8CE94C0}" dt="2024-04-16T07:04:41.174" v="48" actId="14100"/>
          <ac:cxnSpMkLst>
            <pc:docMk/>
            <pc:sldMk cId="0" sldId="256"/>
            <ac:cxnSpMk id="82" creationId="{389C2B46-A66B-BE97-078C-00D5E77ABEF8}"/>
          </ac:cxnSpMkLst>
        </pc:cxnChg>
        <pc:cxnChg chg="add mod">
          <ac:chgData name="vamsi vallepu" userId="f9b9436ef6fb9761" providerId="LiveId" clId="{0DCB591E-6875-4B8D-A170-A518A8CE94C0}" dt="2024-04-16T08:24:17.294" v="1621" actId="1076"/>
          <ac:cxnSpMkLst>
            <pc:docMk/>
            <pc:sldMk cId="0" sldId="256"/>
            <ac:cxnSpMk id="92" creationId="{CA76FCF8-1BA4-82EA-29F3-F064A2F1C5B8}"/>
          </ac:cxnSpMkLst>
        </pc:cxnChg>
        <pc:cxnChg chg="add mod">
          <ac:chgData name="vamsi vallepu" userId="f9b9436ef6fb9761" providerId="LiveId" clId="{0DCB591E-6875-4B8D-A170-A518A8CE94C0}" dt="2024-04-16T07:41:12.764" v="515" actId="14100"/>
          <ac:cxnSpMkLst>
            <pc:docMk/>
            <pc:sldMk cId="0" sldId="256"/>
            <ac:cxnSpMk id="108" creationId="{F6F2FF0B-7A60-76CA-05F4-F6F443396985}"/>
          </ac:cxnSpMkLst>
        </pc:cxnChg>
        <pc:cxnChg chg="add mod">
          <ac:chgData name="vamsi vallepu" userId="f9b9436ef6fb9761" providerId="LiveId" clId="{0DCB591E-6875-4B8D-A170-A518A8CE94C0}" dt="2024-04-16T07:39:51.400" v="506" actId="14100"/>
          <ac:cxnSpMkLst>
            <pc:docMk/>
            <pc:sldMk cId="0" sldId="256"/>
            <ac:cxnSpMk id="112" creationId="{99C95438-B8C3-891B-D495-FB798A296450}"/>
          </ac:cxnSpMkLst>
        </pc:cxnChg>
        <pc:cxnChg chg="add mod">
          <ac:chgData name="vamsi vallepu" userId="f9b9436ef6fb9761" providerId="LiveId" clId="{0DCB591E-6875-4B8D-A170-A518A8CE94C0}" dt="2024-04-16T07:41:35.780" v="518" actId="14100"/>
          <ac:cxnSpMkLst>
            <pc:docMk/>
            <pc:sldMk cId="0" sldId="256"/>
            <ac:cxnSpMk id="115" creationId="{6592C42C-BCC5-CA4B-9580-6EA7BE78F58D}"/>
          </ac:cxnSpMkLst>
        </pc:cxnChg>
        <pc:cxnChg chg="add mod">
          <ac:chgData name="vamsi vallepu" userId="f9b9436ef6fb9761" providerId="LiveId" clId="{0DCB591E-6875-4B8D-A170-A518A8CE94C0}" dt="2024-04-16T07:41:06.198" v="514" actId="14100"/>
          <ac:cxnSpMkLst>
            <pc:docMk/>
            <pc:sldMk cId="0" sldId="256"/>
            <ac:cxnSpMk id="118" creationId="{309928C5-E722-7C6A-63CE-E8C3CF502DA2}"/>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16-04-2024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860" y="4022949"/>
            <a:ext cx="21541845"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5" name="Rectangle 4"/>
          <p:cNvSpPr/>
          <p:nvPr/>
        </p:nvSpPr>
        <p:spPr>
          <a:xfrm>
            <a:off x="-7232" y="10109530"/>
            <a:ext cx="21639533"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0" y="15826879"/>
            <a:ext cx="21594415" cy="617845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5110" y="21977610"/>
            <a:ext cx="21594415" cy="5340767"/>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8251" y="27346472"/>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690" y="4059591"/>
            <a:ext cx="3219492"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60570" y="2522250"/>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3840" y="15822563"/>
            <a:ext cx="1863432"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 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560" y="22016980"/>
            <a:ext cx="5978256"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3841" y="27284387"/>
            <a:ext cx="314631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8251" y="2577770"/>
            <a:ext cx="21595877" cy="1567032"/>
          </a:xfrm>
          <a:prstGeom prst="rect">
            <a:avLst/>
          </a:prstGeom>
          <a:noFill/>
        </p:spPr>
        <p:txBody>
          <a:bodyPr wrap="square" rtlCol="0">
            <a:spAutoFit/>
          </a:bodyPr>
          <a:lstStyle/>
          <a:p>
            <a:pPr algn="ctr"/>
            <a:r>
              <a:rPr lang="en-IN" sz="6000" kern="1400" spc="-50" dirty="0">
                <a:latin typeface="Times New Roman" panose="02020603050405020304" pitchFamily="18" charset="0"/>
                <a:ea typeface="DengXian Light" panose="020B0503020204020204" pitchFamily="2" charset="-122"/>
                <a:cs typeface="Times New Roman" panose="02020603050405020304" pitchFamily="18" charset="0"/>
              </a:rPr>
              <a:t>Task management system</a:t>
            </a:r>
            <a:endParaRPr lang="en-IN" sz="6000" kern="1400" spc="-50" dirty="0">
              <a:effectLst/>
              <a:latin typeface="Times New Roman" panose="02020603050405020304" pitchFamily="18" charset="0"/>
              <a:ea typeface="DengXian Light" panose="020B0503020204020204" pitchFamily="2" charset="-122"/>
              <a:cs typeface="Times New Roman" panose="02020603050405020304" pitchFamily="18" charset="0"/>
            </a:endParaRPr>
          </a:p>
          <a:p>
            <a:pPr algn="ctr"/>
            <a:endParaRPr lang="en-US" sz="3583" b="1" dirty="0">
              <a:latin typeface="Times New Roman" panose="02020603050405020304" pitchFamily="18" charset="0"/>
              <a:cs typeface="Times New Roman" panose="02020603050405020304" pitchFamily="18" charset="0"/>
            </a:endParaRPr>
          </a:p>
        </p:txBody>
      </p:sp>
      <p:sp>
        <p:nvSpPr>
          <p:cNvPr id="20" name="Rectangle 19"/>
          <p:cNvSpPr/>
          <p:nvPr/>
        </p:nvSpPr>
        <p:spPr>
          <a:xfrm>
            <a:off x="92365" y="10113858"/>
            <a:ext cx="531873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3840" y="4288952"/>
            <a:ext cx="14696998" cy="6097888"/>
          </a:xfrm>
          <a:prstGeom prst="rect">
            <a:avLst/>
          </a:prstGeom>
          <a:noFill/>
        </p:spPr>
        <p:txBody>
          <a:bodyPr wrap="square" rtlCol="0">
            <a:spAutoFit/>
          </a:bodyPr>
          <a:lstStyle/>
          <a:p>
            <a:pPr algn="just">
              <a:lnSpc>
                <a:spcPct val="150000"/>
              </a:lnSpc>
            </a:pPr>
            <a:r>
              <a:rPr lang="en-US" altLang="en-IN" sz="2190" b="1" dirty="0">
                <a:latin typeface="Times New Roman" panose="02020603050405020304" pitchFamily="18" charset="0"/>
                <a:cs typeface="Times New Roman" panose="02020603050405020304" pitchFamily="18" charset="0"/>
                <a:sym typeface="+mn-ea"/>
              </a:rPr>
              <a:t>                         </a:t>
            </a:r>
          </a:p>
          <a:p>
            <a:pPr marL="341254" indent="-341254" algn="just">
              <a:lnSpc>
                <a:spcPct val="150000"/>
              </a:lnSpc>
              <a:buFont typeface="Wingdings" panose="05000000000000000000" pitchFamily="2" charset="2"/>
              <a:buChar char="Ø"/>
            </a:pPr>
            <a:r>
              <a:rPr lang="en-US" altLang="en-IN" sz="2190" dirty="0">
                <a:latin typeface="Times New Roman" panose="02020603050405020304" pitchFamily="18" charset="0"/>
                <a:cs typeface="Times New Roman" panose="02020603050405020304" pitchFamily="18" charset="0"/>
                <a:sym typeface="+mn-ea"/>
              </a:rPr>
              <a:t>In today's fast-paced world, effective task management is crucial for individuals and organizations alike. Introducing our cutting-edge task management system, meticulously crafted to seamlessly transition between priority scheduling.</a:t>
            </a:r>
          </a:p>
          <a:p>
            <a:pPr marL="341254" indent="-341254" algn="just">
              <a:lnSpc>
                <a:spcPct val="150000"/>
              </a:lnSpc>
              <a:buFont typeface="Wingdings" panose="05000000000000000000" pitchFamily="2" charset="2"/>
              <a:buChar char="Ø"/>
            </a:pPr>
            <a:r>
              <a:rPr lang="en-US" sz="2190" i="0" dirty="0">
                <a:solidFill>
                  <a:srgbClr val="0D0D0D"/>
                </a:solidFill>
                <a:effectLst/>
                <a:latin typeface="Times New Roman" panose="02020603050405020304" pitchFamily="18" charset="0"/>
                <a:cs typeface="Times New Roman" panose="02020603050405020304" pitchFamily="18" charset="0"/>
              </a:rPr>
              <a:t>At the heart of our system lies a sophisticated priority scheduling algorithm,This enables users to focus their efforts on high-priority tasks while maintaining a clear understanding of upcoming deadlines. </a:t>
            </a:r>
          </a:p>
          <a:p>
            <a:pPr marL="341254" indent="-341254" algn="just">
              <a:lnSpc>
                <a:spcPct val="150000"/>
              </a:lnSpc>
              <a:buFont typeface="Wingdings" panose="05000000000000000000" pitchFamily="2" charset="2"/>
              <a:buChar char="Ø"/>
            </a:pPr>
            <a:r>
              <a:rPr lang="en-US" altLang="en-IN" sz="2190" dirty="0">
                <a:latin typeface="Times New Roman" panose="02020603050405020304" pitchFamily="18" charset="0"/>
                <a:cs typeface="Times New Roman" panose="02020603050405020304" pitchFamily="18" charset="0"/>
              </a:rPr>
              <a:t>We understand that meeting deadlines is equally essential in today's competitive landscape. That's why our task management allowing users to set, track, and manage deadlines with ease. </a:t>
            </a:r>
            <a:endParaRPr lang="en-US" sz="2190" dirty="0">
              <a:latin typeface="Times New Roman" panose="02020603050405020304" pitchFamily="18" charset="0"/>
              <a:cs typeface="Times New Roman" panose="02020603050405020304" pitchFamily="18" charset="0"/>
            </a:endParaRPr>
          </a:p>
          <a:p>
            <a:pPr marL="341254" indent="-341254"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 The flexibility of priority scheduling and the reliability of deadline management. Say goodbye to the stress of missed deadlines and the chaos of disorganized task lists. </a:t>
            </a:r>
          </a:p>
          <a:p>
            <a:pPr marL="341254" indent="-341254"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Experience the power of seamless prioritization and deadline management with our Priority to Deadline Task Management System.                                               </a:t>
            </a:r>
            <a:endParaRPr lang="en-IN" sz="2190" dirty="0">
              <a:latin typeface="Times New Roman" panose="02020603050405020304" pitchFamily="18" charset="0"/>
              <a:cs typeface="Times New Roman" panose="02020603050405020304" pitchFamily="18" charset="0"/>
            </a:endParaRPr>
          </a:p>
          <a:p>
            <a:pPr algn="just">
              <a:lnSpc>
                <a:spcPct val="150000"/>
              </a:lnSpc>
            </a:pPr>
            <a:endParaRPr lang="en-US" altLang="en-IN" sz="2189"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1306321" y="10857747"/>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5196217" y="16095338"/>
            <a:ext cx="3228683" cy="2847511"/>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82861" y="22714002"/>
            <a:ext cx="20489198" cy="5482527"/>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89" dirty="0">
                <a:latin typeface="Times New Roman" panose="02020603050405020304" pitchFamily="18" charset="0"/>
                <a:cs typeface="Times New Roman" panose="02020603050405020304" pitchFamily="18" charset="0"/>
              </a:rPr>
              <a:t>Based on  T-test Statistical analysis, the significance value of  p=0.95 (independent sample T - test p&gt;0.05)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dirty="0">
                <a:latin typeface="Times New Roman" panose="02020603050405020304" pitchFamily="18" charset="0"/>
                <a:cs typeface="Times New Roman" panose="02020603050405020304" pitchFamily="18" charset="0"/>
              </a:rPr>
              <a:t>Overall , the accuracy of the priority scheduling (PS) is 50.00 % and it is better than the other algorithm.   </a:t>
            </a:r>
          </a:p>
          <a:p>
            <a:pPr algn="just"/>
            <a:r>
              <a:rPr lang="en-US" altLang="en-IN" sz="2189" dirty="0">
                <a:latin typeface="Times New Roman" panose="02020603050405020304" pitchFamily="18" charset="0"/>
                <a:cs typeface="Times New Roman" panose="02020603050405020304" pitchFamily="18" charset="0"/>
              </a:rPr>
              <a:t>      Deadline Scheduling(DS)                       -      33.33%</a:t>
            </a:r>
          </a:p>
          <a:p>
            <a:pPr algn="just"/>
            <a:endParaRPr lang="en-US" altLang="en-IN" sz="2189"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IN" sz="2189" dirty="0">
                <a:latin typeface="Times New Roman" panose="02020603050405020304" pitchFamily="18" charset="0"/>
                <a:cs typeface="Times New Roman" panose="02020603050405020304" pitchFamily="18" charset="0"/>
              </a:rPr>
              <a:t> From the work , it is concluded that the priority scheduling algorithm attains the high accuracy when comparing with other deadline scheduling Algorithm of task management system.</a:t>
            </a:r>
          </a:p>
          <a:p>
            <a:pPr algn="just"/>
            <a:endParaRPr lang="en-US" altLang="en-IN"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dirty="0">
                <a:latin typeface="Times New Roman" panose="02020603050405020304" pitchFamily="18" charset="0"/>
                <a:cs typeface="Times New Roman" panose="02020603050405020304" pitchFamily="18" charset="0"/>
              </a:rPr>
              <a:t>In priority scheduling, deadline scheduling offers superior classification performance for binary outcome compared to deadline scheduling suitability for continuous outcome prediction.</a:t>
            </a:r>
          </a:p>
          <a:p>
            <a:pPr marL="341254" indent="-341254" algn="just">
              <a:buFont typeface="Wingdings" panose="05000000000000000000" pitchFamily="2" charset="2"/>
              <a:buChar char="Ø"/>
            </a:pPr>
            <a:endParaRPr lang="en-US" altLang="en-IN"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a:latin typeface="Times New Roman" panose="02020603050405020304" pitchFamily="18" charset="0"/>
                <a:cs typeface="Times New Roman" panose="02020603050405020304" pitchFamily="18" charset="0"/>
              </a:rPr>
              <a:t>Priority scheduling allows for greater flexibility in task execution, as it considers factors beyond just deadlines.</a:t>
            </a:r>
            <a:endParaRPr lang="en-US" altLang="en-IN"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endParaRPr lang="en-US" altLang="en-IN" sz="2189" dirty="0">
              <a:latin typeface="Times New Roman" panose="02020603050405020304" pitchFamily="18" charset="0"/>
              <a:cs typeface="Times New Roman" panose="02020603050405020304" pitchFamily="18" charset="0"/>
            </a:endParaRPr>
          </a:p>
          <a:p>
            <a:pPr algn="just"/>
            <a:endParaRPr lang="en-US" altLang="en-IN"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8641" y="27835713"/>
            <a:ext cx="21139308" cy="710906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 Android Studio 2 Development Essentials, Book by Neil Smyth.</a:t>
            </a:r>
          </a:p>
          <a:p>
            <a:pPr marL="342900" indent="-342900"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PHP and MySQL Web Development, Book by Luke Welling, 2001.</a:t>
            </a:r>
          </a:p>
          <a:p>
            <a:pPr marL="342900" indent="-342900"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D. A. Hillson, "Using a Risk Breakdown Structure in project management", Journal Of Facilities Management, vol. 2, no. 1, pp. 85-97, 2013.</a:t>
            </a:r>
          </a:p>
          <a:p>
            <a:pPr marL="342900" indent="-342900"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A. Aleshin, "Time and Risk Management of International Projects", International Journal of Project Management, no. 19, pp. 207-222, 2014.</a:t>
            </a:r>
          </a:p>
          <a:p>
            <a:pPr marL="342900" indent="-342900" algn="just">
              <a:lnSpc>
                <a:spcPct val="150000"/>
              </a:lnSpc>
              <a:buFont typeface="Wingdings" panose="05000000000000000000" pitchFamily="2" charset="2"/>
              <a:buChar char="Ø"/>
            </a:pPr>
            <a:r>
              <a:rPr lang="en-US" sz="2190" dirty="0">
                <a:latin typeface="Times New Roman" panose="02020603050405020304" pitchFamily="18" charset="0"/>
                <a:cs typeface="Times New Roman" panose="02020603050405020304" pitchFamily="18" charset="0"/>
              </a:rPr>
              <a:t>J. Ellis, L. Kvavilashvili, "Prioritization of tasks in 2000: Past present and future directions", Task Management, vol. 14, pp. 1-9, 2000.</a:t>
            </a:r>
            <a:endParaRPr lang="en-IN" sz="219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190" dirty="0">
                <a:latin typeface="Times New Roman" panose="02020603050405020304" pitchFamily="18" charset="0"/>
                <a:cs typeface="Times New Roman" panose="02020603050405020304" pitchFamily="18" charset="0"/>
              </a:rPr>
              <a:t> Cohen Kashi S., Rozenes S. &amp; Ben-Gal, I. (2016). “Project Management Monitoring Based on Expected Duration Entropy” (PDF). In Entropy 2020, 22, 905. </a:t>
            </a:r>
          </a:p>
          <a:p>
            <a:pPr marL="342900" indent="-342900" algn="just">
              <a:lnSpc>
                <a:spcPct val="150000"/>
              </a:lnSpc>
              <a:buFont typeface="Wingdings" panose="05000000000000000000" pitchFamily="2" charset="2"/>
              <a:buChar char="Ø"/>
            </a:pPr>
            <a:r>
              <a:rPr lang="en-IN" sz="2190" dirty="0">
                <a:latin typeface="Times New Roman" panose="02020603050405020304" pitchFamily="18" charset="0"/>
                <a:cs typeface="Times New Roman" panose="02020603050405020304" pitchFamily="18" charset="0"/>
              </a:rPr>
              <a:t> G., Morris, Peter W. (1994). The management of projects. London: T. Telford. p. 317. ISBN 978-0727725936. OCLC 30437274. </a:t>
            </a:r>
          </a:p>
          <a:p>
            <a:pPr marL="342900" indent="-342900" algn="just">
              <a:lnSpc>
                <a:spcPct val="150000"/>
              </a:lnSpc>
              <a:buFont typeface="Wingdings" panose="05000000000000000000" pitchFamily="2" charset="2"/>
              <a:buChar char="Ø"/>
            </a:pPr>
            <a:r>
              <a:rPr lang="en-IN" sz="2190" dirty="0">
                <a:latin typeface="Times New Roman" panose="02020603050405020304" pitchFamily="18" charset="0"/>
                <a:cs typeface="Times New Roman" panose="02020603050405020304" pitchFamily="18" charset="0"/>
              </a:rPr>
              <a:t> Graham,  Robert  J.,  and  Randall  L.  Englund.  Creating  an  Environment  for  Successful  Projects.  San Francisco: Jossey-Bass, 1997. </a:t>
            </a:r>
          </a:p>
          <a:p>
            <a:pPr marL="342900" indent="-342900" algn="just">
              <a:lnSpc>
                <a:spcPct val="150000"/>
              </a:lnSpc>
              <a:buFont typeface="Wingdings" panose="05000000000000000000" pitchFamily="2" charset="2"/>
              <a:buChar char="Ø"/>
            </a:pPr>
            <a:r>
              <a:rPr lang="en-IN" sz="2190" dirty="0">
                <a:latin typeface="Times New Roman" panose="02020603050405020304" pitchFamily="18" charset="0"/>
                <a:cs typeface="Times New Roman" panose="02020603050405020304" pitchFamily="18" charset="0"/>
              </a:rPr>
              <a:t> J.A. Zarnan, Numerical solution of Volterra integral equations of Second Kind. Int. J. Comput. Sci. Mobile Comput., 5(7), 509-517, (2016). </a:t>
            </a:r>
          </a:p>
          <a:p>
            <a:pPr marL="342900" indent="-342900" algn="just">
              <a:lnSpc>
                <a:spcPct val="150000"/>
              </a:lnSpc>
              <a:buFont typeface="Wingdings" panose="05000000000000000000" pitchFamily="2" charset="2"/>
              <a:buChar char="Ø"/>
            </a:pPr>
            <a:r>
              <a:rPr lang="en-IN" sz="2190" dirty="0">
                <a:latin typeface="Times New Roman" panose="02020603050405020304" pitchFamily="18" charset="0"/>
                <a:cs typeface="Times New Roman" panose="02020603050405020304" pitchFamily="18" charset="0"/>
              </a:rPr>
              <a:t> J.A.  Zarnan</a:t>
            </a:r>
            <a:r>
              <a:rPr lang="en-IN" sz="2190" b="1" dirty="0">
                <a:latin typeface="Times New Roman" panose="02020603050405020304" pitchFamily="18" charset="0"/>
                <a:cs typeface="Times New Roman" panose="02020603050405020304" pitchFamily="18" charset="0"/>
              </a:rPr>
              <a:t>,  </a:t>
            </a:r>
            <a:r>
              <a:rPr lang="en-IN" sz="2190" dirty="0">
                <a:latin typeface="Times New Roman" panose="02020603050405020304" pitchFamily="18" charset="0"/>
                <a:cs typeface="Times New Roman" panose="02020603050405020304" pitchFamily="18" charset="0"/>
              </a:rPr>
              <a:t>A  novel  approach  for  solving  a  class  of  Urysohn  integral  equations  using  Bernstein polynomials. Int. J. Adv. Res., 5(1), 2156-2162. (2017).  </a:t>
            </a:r>
          </a:p>
          <a:p>
            <a:pPr algn="just">
              <a:lnSpc>
                <a:spcPct val="150000"/>
              </a:lnSpc>
            </a:pPr>
            <a:endParaRPr lang="en-IN" sz="219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nSpc>
                <a:spcPct val="150000"/>
              </a:lnSpc>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nSpc>
                <a:spcPct val="150000"/>
              </a:lnSpc>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8641" y="21175601"/>
            <a:ext cx="21406607" cy="1102994"/>
          </a:xfrm>
          <a:prstGeom prst="rect">
            <a:avLst/>
          </a:prstGeom>
          <a:noFill/>
        </p:spPr>
        <p:txBody>
          <a:bodyPr wrap="square" rtlCol="0">
            <a:spAutoFit/>
          </a:bodyPr>
          <a:lstStyle/>
          <a:p>
            <a:pPr algn="just"/>
            <a:r>
              <a:rPr lang="en-US" sz="2189" dirty="0">
                <a:latin typeface="Times New Roman" panose="02020603050405020304" pitchFamily="18" charset="0"/>
                <a:cs typeface="Times New Roman" panose="02020603050405020304" pitchFamily="18" charset="0"/>
              </a:rPr>
              <a:t>In the present work, priority scheduling (PS) is compared with deadline scheduling(DS) and it depicts that the proposed algorithm gives more accuracy when compared with the priority scheduling. Deadline scheduling outforms in task management system by better handling binary outcome prediction and proving more accurate classification.</a:t>
            </a:r>
          </a:p>
          <a:p>
            <a:endParaRPr lang="en-US" sz="2189" b="1" dirty="0">
              <a:latin typeface="Times New Roman" panose="02020603050405020304" pitchFamily="18" charset="0"/>
              <a:cs typeface="Times New Roman" panose="02020603050405020304" pitchFamily="18" charset="0"/>
            </a:endParaRPr>
          </a:p>
        </p:txBody>
      </p:sp>
      <p:sp>
        <p:nvSpPr>
          <p:cNvPr id="30" name="Text Box 29"/>
          <p:cNvSpPr txBox="1"/>
          <p:nvPr/>
        </p:nvSpPr>
        <p:spPr>
          <a:xfrm>
            <a:off x="5921132" y="24475579"/>
            <a:ext cx="15955024" cy="366524"/>
          </a:xfrm>
          <a:prstGeom prst="rect">
            <a:avLst/>
          </a:prstGeom>
          <a:noFill/>
        </p:spPr>
        <p:txBody>
          <a:bodyPr wrap="square" rtlCol="0">
            <a:spAutoFit/>
          </a:bodyPr>
          <a:lstStyle/>
          <a:p>
            <a:endParaRPr lang="en-US" sz="1791"/>
          </a:p>
        </p:txBody>
      </p:sp>
      <p:sp>
        <p:nvSpPr>
          <p:cNvPr id="11" name="Text Box 10"/>
          <p:cNvSpPr txBox="1"/>
          <p:nvPr/>
        </p:nvSpPr>
        <p:spPr>
          <a:xfrm>
            <a:off x="6348906" y="19730359"/>
            <a:ext cx="5025902" cy="398571"/>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endParaRPr lang="en-US" sz="2189" b="1" dirty="0">
              <a:latin typeface="Times New Roman" panose="02020603050405020304" pitchFamily="18" charset="0"/>
              <a:cs typeface="Times New Roman" panose="02020603050405020304" pitchFamily="18" charset="0"/>
            </a:endParaRPr>
          </a:p>
        </p:txBody>
      </p:sp>
      <p:sp>
        <p:nvSpPr>
          <p:cNvPr id="12" name="Text Box 11"/>
          <p:cNvSpPr txBox="1"/>
          <p:nvPr/>
        </p:nvSpPr>
        <p:spPr>
          <a:xfrm>
            <a:off x="10202094" y="19709505"/>
            <a:ext cx="4699191" cy="427822"/>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 </a:t>
            </a:r>
          </a:p>
        </p:txBody>
      </p:sp>
      <p:sp>
        <p:nvSpPr>
          <p:cNvPr id="31" name="Text Box 30"/>
          <p:cNvSpPr txBox="1"/>
          <p:nvPr/>
        </p:nvSpPr>
        <p:spPr>
          <a:xfrm>
            <a:off x="14132583" y="19147200"/>
            <a:ext cx="5101362" cy="427822"/>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            </a:t>
            </a:r>
          </a:p>
        </p:txBody>
      </p:sp>
      <p:sp>
        <p:nvSpPr>
          <p:cNvPr id="41" name="Text Box 40"/>
          <p:cNvSpPr txBox="1"/>
          <p:nvPr/>
        </p:nvSpPr>
        <p:spPr>
          <a:xfrm>
            <a:off x="-8251" y="14982224"/>
            <a:ext cx="21613924" cy="765730"/>
          </a:xfrm>
          <a:prstGeom prst="rect">
            <a:avLst/>
          </a:prstGeom>
          <a:noFill/>
        </p:spPr>
        <p:txBody>
          <a:bodyPr wrap="square" rtlCol="0">
            <a:spAutoFit/>
          </a:bodyPr>
          <a:lstStyle/>
          <a:p>
            <a:r>
              <a:rPr lang="en-US" sz="2189" b="1" dirty="0">
                <a:latin typeface="Times New Roman" panose="02020603050405020304" pitchFamily="18" charset="0"/>
                <a:cs typeface="Times New Roman" panose="02020603050405020304" pitchFamily="18" charset="0"/>
              </a:rPr>
              <a:t>                                                  </a:t>
            </a:r>
          </a:p>
          <a:p>
            <a:pPr algn="ctr"/>
            <a:r>
              <a:rPr lang="en-US" sz="2189" b="1" dirty="0">
                <a:latin typeface="Times New Roman" panose="02020603050405020304" pitchFamily="18" charset="0"/>
                <a:cs typeface="Times New Roman" panose="02020603050405020304" pitchFamily="18" charset="0"/>
              </a:rPr>
              <a:t> </a:t>
            </a:r>
            <a:r>
              <a:rPr lang="en-US" sz="2189" dirty="0">
                <a:latin typeface="Times New Roman" panose="02020603050405020304" pitchFamily="18" charset="0"/>
                <a:cs typeface="Times New Roman" panose="02020603050405020304" pitchFamily="18" charset="0"/>
              </a:rPr>
              <a:t>TASK MANAGEMENT SYSTEM ALGORITHMS  </a:t>
            </a:r>
          </a:p>
        </p:txBody>
      </p:sp>
      <p:sp>
        <p:nvSpPr>
          <p:cNvPr id="27" name="Rectangles 26"/>
          <p:cNvSpPr/>
          <p:nvPr/>
        </p:nvSpPr>
        <p:spPr>
          <a:xfrm>
            <a:off x="651775" y="11136018"/>
            <a:ext cx="2544878" cy="1439554"/>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dirty="0">
                <a:latin typeface="Times New Roman" panose="02020603050405020304" pitchFamily="18" charset="0"/>
                <a:cs typeface="Times New Roman" panose="02020603050405020304" pitchFamily="18" charset="0"/>
              </a:rPr>
              <a:t>Data Collection/</a:t>
            </a:r>
          </a:p>
          <a:p>
            <a:pPr algn="ctr"/>
            <a:r>
              <a:rPr lang="en-IN" altLang="en-US" sz="2189" dirty="0">
                <a:latin typeface="Times New Roman" panose="02020603050405020304" pitchFamily="18" charset="0"/>
                <a:cs typeface="Times New Roman" panose="02020603050405020304" pitchFamily="18" charset="0"/>
              </a:rPr>
              <a:t>Pre -Processing</a:t>
            </a:r>
          </a:p>
        </p:txBody>
      </p:sp>
      <p:sp>
        <p:nvSpPr>
          <p:cNvPr id="28" name="Rectangles 27"/>
          <p:cNvSpPr/>
          <p:nvPr/>
        </p:nvSpPr>
        <p:spPr>
          <a:xfrm>
            <a:off x="567936" y="13481547"/>
            <a:ext cx="2300256" cy="1425651"/>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dirty="0">
                <a:latin typeface="Times New Roman" panose="02020603050405020304" pitchFamily="18" charset="0"/>
                <a:cs typeface="Times New Roman" panose="02020603050405020304" pitchFamily="18" charset="0"/>
              </a:rPr>
              <a:t>Feature Extraction/Algorithm</a:t>
            </a:r>
          </a:p>
        </p:txBody>
      </p:sp>
      <p:sp>
        <p:nvSpPr>
          <p:cNvPr id="32" name="Flowchart: Decision 31"/>
          <p:cNvSpPr/>
          <p:nvPr/>
        </p:nvSpPr>
        <p:spPr>
          <a:xfrm>
            <a:off x="3286313" y="13472068"/>
            <a:ext cx="3850899" cy="1444610"/>
          </a:xfrm>
          <a:prstGeom prst="flowChartDecision">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en-US" sz="2189" dirty="0">
                <a:latin typeface="Times New Roman" panose="02020603050405020304" pitchFamily="18" charset="0"/>
                <a:cs typeface="Times New Roman" panose="02020603050405020304" pitchFamily="18" charset="0"/>
              </a:rPr>
              <a:t>Priority scheduling</a:t>
            </a:r>
            <a:endParaRPr lang="en-IN" altLang="en-US" sz="2189" dirty="0">
              <a:latin typeface="Times New Roman" panose="02020603050405020304" pitchFamily="18" charset="0"/>
              <a:cs typeface="Times New Roman" panose="02020603050405020304" pitchFamily="18" charset="0"/>
            </a:endParaRPr>
          </a:p>
        </p:txBody>
      </p:sp>
      <p:sp>
        <p:nvSpPr>
          <p:cNvPr id="33" name="Flowchart: Alternate Process 32"/>
          <p:cNvSpPr/>
          <p:nvPr/>
        </p:nvSpPr>
        <p:spPr>
          <a:xfrm>
            <a:off x="3778968" y="10960827"/>
            <a:ext cx="3701639" cy="1136856"/>
          </a:xfrm>
          <a:prstGeom prst="flowChartAlternateProcess">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dirty="0">
                <a:latin typeface="Times New Roman" panose="02020603050405020304" pitchFamily="18" charset="0"/>
                <a:cs typeface="Times New Roman" panose="02020603050405020304" pitchFamily="18" charset="0"/>
              </a:rPr>
              <a:t>Deadline scheduling</a:t>
            </a:r>
          </a:p>
        </p:txBody>
      </p:sp>
      <p:sp>
        <p:nvSpPr>
          <p:cNvPr id="34" name="Flowchart: Process 33"/>
          <p:cNvSpPr/>
          <p:nvPr/>
        </p:nvSpPr>
        <p:spPr>
          <a:xfrm>
            <a:off x="7321943" y="13619977"/>
            <a:ext cx="2558019" cy="1052808"/>
          </a:xfrm>
          <a:prstGeom prst="flowChartProcess">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en-US" sz="2189" dirty="0">
                <a:latin typeface="Times New Roman" panose="02020603050405020304" pitchFamily="18" charset="0"/>
                <a:cs typeface="Times New Roman" panose="02020603050405020304" pitchFamily="18" charset="0"/>
              </a:rPr>
              <a:t>M</a:t>
            </a:r>
            <a:r>
              <a:rPr lang="en-IN" altLang="en-US" sz="2189" dirty="0">
                <a:latin typeface="Times New Roman" panose="02020603050405020304" pitchFamily="18" charset="0"/>
                <a:cs typeface="Times New Roman" panose="02020603050405020304" pitchFamily="18" charset="0"/>
              </a:rPr>
              <a:t>odel training/</a:t>
            </a:r>
          </a:p>
          <a:p>
            <a:pPr algn="ctr"/>
            <a:r>
              <a:rPr lang="en-IN" altLang="en-US" sz="2189" dirty="0">
                <a:latin typeface="Times New Roman" panose="02020603050405020304" pitchFamily="18" charset="0"/>
                <a:cs typeface="Times New Roman" panose="02020603050405020304" pitchFamily="18" charset="0"/>
              </a:rPr>
              <a:t>Model evaluation</a:t>
            </a:r>
          </a:p>
        </p:txBody>
      </p:sp>
      <p:sp>
        <p:nvSpPr>
          <p:cNvPr id="35" name="Flowchart: Alternate Process 34"/>
          <p:cNvSpPr/>
          <p:nvPr/>
        </p:nvSpPr>
        <p:spPr>
          <a:xfrm>
            <a:off x="7870786" y="11093432"/>
            <a:ext cx="3693346" cy="1731509"/>
          </a:xfrm>
          <a:prstGeom prst="flowChartAlternateProcess">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en-US" sz="2189" dirty="0">
                <a:latin typeface="Times New Roman" panose="02020603050405020304" pitchFamily="18" charset="0"/>
                <a:cs typeface="Times New Roman" panose="02020603050405020304" pitchFamily="18" charset="0"/>
              </a:rPr>
              <a:t>M</a:t>
            </a:r>
            <a:r>
              <a:rPr lang="en-IN" altLang="en-US" sz="2189" dirty="0">
                <a:latin typeface="Times New Roman" panose="02020603050405020304" pitchFamily="18" charset="0"/>
                <a:cs typeface="Times New Roman" panose="02020603050405020304" pitchFamily="18" charset="0"/>
              </a:rPr>
              <a:t>odel deployment and END</a:t>
            </a:r>
          </a:p>
        </p:txBody>
      </p:sp>
      <p:cxnSp>
        <p:nvCxnSpPr>
          <p:cNvPr id="40" name="Straight Arrow Connector 39"/>
          <p:cNvCxnSpPr>
            <a:cxnSpLocks/>
          </p:cNvCxnSpPr>
          <p:nvPr/>
        </p:nvCxnSpPr>
        <p:spPr>
          <a:xfrm flipH="1">
            <a:off x="3178810" y="11687815"/>
            <a:ext cx="590059" cy="172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28" idx="3"/>
            <a:endCxn id="32" idx="1"/>
          </p:cNvCxnSpPr>
          <p:nvPr/>
        </p:nvCxnSpPr>
        <p:spPr>
          <a:xfrm>
            <a:off x="2868192" y="14194373"/>
            <a:ext cx="418121"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5" name="Straight Arrow Connector 44"/>
          <p:cNvCxnSpPr>
            <a:stCxn id="32" idx="3"/>
          </p:cNvCxnSpPr>
          <p:nvPr/>
        </p:nvCxnSpPr>
        <p:spPr>
          <a:xfrm flipV="1">
            <a:off x="7137212" y="14192477"/>
            <a:ext cx="208344" cy="189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7" name="Straight Arrow Connector 46"/>
          <p:cNvCxnSpPr>
            <a:cxnSpLocks/>
            <a:stCxn id="34" idx="0"/>
          </p:cNvCxnSpPr>
          <p:nvPr/>
        </p:nvCxnSpPr>
        <p:spPr>
          <a:xfrm flipV="1">
            <a:off x="8600953" y="12795538"/>
            <a:ext cx="0" cy="824439"/>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49" name="Rectangle 48"/>
          <p:cNvSpPr/>
          <p:nvPr/>
        </p:nvSpPr>
        <p:spPr>
          <a:xfrm>
            <a:off x="-33860" y="-50532"/>
            <a:ext cx="21621489"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916503" y="1293321"/>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Mr. V.VAMSI</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192212079</a:t>
            </a:r>
          </a:p>
          <a:p>
            <a:pPr algn="r"/>
            <a:r>
              <a:rPr lang="en-US" sz="2189" b="1" dirty="0">
                <a:solidFill>
                  <a:schemeClr val="bg1"/>
                </a:solidFill>
                <a:latin typeface="Times New Roman" panose="02020603050405020304" pitchFamily="18" charset="0"/>
                <a:cs typeface="Times New Roman" panose="02020603050405020304" pitchFamily="18" charset="0"/>
              </a:rPr>
              <a:t>Guided by Dr. R.DINESH KUMAR </a:t>
            </a:r>
          </a:p>
        </p:txBody>
      </p:sp>
      <p:sp>
        <p:nvSpPr>
          <p:cNvPr id="63" name="Rectangle 15">
            <a:extLst>
              <a:ext uri="{FF2B5EF4-FFF2-40B4-BE49-F238E27FC236}">
                <a16:creationId xmlns:a16="http://schemas.microsoft.com/office/drawing/2014/main" id="{E189695A-9A52-8736-E3A2-83C9B49AB12C}"/>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4" name="Rectangle 16">
            <a:extLst>
              <a:ext uri="{FF2B5EF4-FFF2-40B4-BE49-F238E27FC236}">
                <a16:creationId xmlns:a16="http://schemas.microsoft.com/office/drawing/2014/main" id="{550414BC-2DDB-76B3-82E9-BC72A3F60926}"/>
              </a:ext>
            </a:extLst>
          </p:cNvPr>
          <p:cNvSpPr>
            <a:spLocks noChangeArrowheads="1"/>
          </p:cNvSpPr>
          <p:nvPr/>
        </p:nvSpPr>
        <p:spPr bwMode="auto">
          <a:xfrm>
            <a:off x="0" y="0"/>
            <a:ext cx="7559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2" descr="Why Task Management Tools Every Business Must be Using? - TeroTAM">
            <a:extLst>
              <a:ext uri="{FF2B5EF4-FFF2-40B4-BE49-F238E27FC236}">
                <a16:creationId xmlns:a16="http://schemas.microsoft.com/office/drawing/2014/main" id="{B48D9438-6A1F-D68A-B580-D4302C47E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86449" y="4046150"/>
            <a:ext cx="6413076" cy="60524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018D8C5-05B3-6EAD-2334-2D6705B4B20F}"/>
              </a:ext>
            </a:extLst>
          </p:cNvPr>
          <p:cNvPicPr>
            <a:picLocks noChangeAspect="1"/>
          </p:cNvPicPr>
          <p:nvPr/>
        </p:nvPicPr>
        <p:blipFill>
          <a:blip r:embed="rId4"/>
          <a:stretch>
            <a:fillRect/>
          </a:stretch>
        </p:blipFill>
        <p:spPr>
          <a:xfrm>
            <a:off x="92365" y="16569037"/>
            <a:ext cx="8924080" cy="4570552"/>
          </a:xfrm>
          <a:prstGeom prst="rect">
            <a:avLst/>
          </a:prstGeom>
        </p:spPr>
      </p:pic>
      <p:cxnSp>
        <p:nvCxnSpPr>
          <p:cNvPr id="70" name="Straight Arrow Connector 69">
            <a:extLst>
              <a:ext uri="{FF2B5EF4-FFF2-40B4-BE49-F238E27FC236}">
                <a16:creationId xmlns:a16="http://schemas.microsoft.com/office/drawing/2014/main" id="{8B3B4B6F-9F1D-04E9-E38C-239AD265D895}"/>
              </a:ext>
            </a:extLst>
          </p:cNvPr>
          <p:cNvCxnSpPr>
            <a:cxnSpLocks/>
          </p:cNvCxnSpPr>
          <p:nvPr/>
        </p:nvCxnSpPr>
        <p:spPr>
          <a:xfrm>
            <a:off x="3556197" y="11728990"/>
            <a:ext cx="0" cy="116255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74" name="Straight Arrow Connector 73">
            <a:extLst>
              <a:ext uri="{FF2B5EF4-FFF2-40B4-BE49-F238E27FC236}">
                <a16:creationId xmlns:a16="http://schemas.microsoft.com/office/drawing/2014/main" id="{8CEAF863-9984-B122-E657-D593B184C783}"/>
              </a:ext>
            </a:extLst>
          </p:cNvPr>
          <p:cNvCxnSpPr>
            <a:cxnSpLocks/>
          </p:cNvCxnSpPr>
          <p:nvPr/>
        </p:nvCxnSpPr>
        <p:spPr>
          <a:xfrm flipH="1">
            <a:off x="3556197" y="12795538"/>
            <a:ext cx="1655565" cy="1990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77" name="Straight Arrow Connector 76">
            <a:extLst>
              <a:ext uri="{FF2B5EF4-FFF2-40B4-BE49-F238E27FC236}">
                <a16:creationId xmlns:a16="http://schemas.microsoft.com/office/drawing/2014/main" id="{3E41A3B8-0B2B-C3EF-4073-8CD625F47B39}"/>
              </a:ext>
            </a:extLst>
          </p:cNvPr>
          <p:cNvCxnSpPr>
            <a:cxnSpLocks/>
            <a:stCxn id="32" idx="0"/>
          </p:cNvCxnSpPr>
          <p:nvPr/>
        </p:nvCxnSpPr>
        <p:spPr>
          <a:xfrm flipV="1">
            <a:off x="5211763" y="12783958"/>
            <a:ext cx="9236" cy="68811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82" name="Straight Arrow Connector 81">
            <a:extLst>
              <a:ext uri="{FF2B5EF4-FFF2-40B4-BE49-F238E27FC236}">
                <a16:creationId xmlns:a16="http://schemas.microsoft.com/office/drawing/2014/main" id="{389C2B46-A66B-BE97-078C-00D5E77ABEF8}"/>
              </a:ext>
            </a:extLst>
          </p:cNvPr>
          <p:cNvCxnSpPr>
            <a:cxnSpLocks/>
          </p:cNvCxnSpPr>
          <p:nvPr/>
        </p:nvCxnSpPr>
        <p:spPr>
          <a:xfrm flipH="1">
            <a:off x="1877272" y="12601202"/>
            <a:ext cx="23360" cy="87086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92" name="Straight Arrow Connector 91">
            <a:extLst>
              <a:ext uri="{FF2B5EF4-FFF2-40B4-BE49-F238E27FC236}">
                <a16:creationId xmlns:a16="http://schemas.microsoft.com/office/drawing/2014/main" id="{CA76FCF8-1BA4-82EA-29F3-F064A2F1C5B8}"/>
              </a:ext>
            </a:extLst>
          </p:cNvPr>
          <p:cNvCxnSpPr>
            <a:cxnSpLocks/>
            <a:endCxn id="33" idx="3"/>
          </p:cNvCxnSpPr>
          <p:nvPr/>
        </p:nvCxnSpPr>
        <p:spPr>
          <a:xfrm flipH="1">
            <a:off x="7480607" y="11529255"/>
            <a:ext cx="400278"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graphicFrame>
        <p:nvGraphicFramePr>
          <p:cNvPr id="98" name="Table 97">
            <a:extLst>
              <a:ext uri="{FF2B5EF4-FFF2-40B4-BE49-F238E27FC236}">
                <a16:creationId xmlns:a16="http://schemas.microsoft.com/office/drawing/2014/main" id="{91C09AF4-8A9F-7355-6A2D-C6FF08459D27}"/>
              </a:ext>
            </a:extLst>
          </p:cNvPr>
          <p:cNvGraphicFramePr>
            <a:graphicFrameLocks noGrp="1"/>
          </p:cNvGraphicFramePr>
          <p:nvPr>
            <p:extLst>
              <p:ext uri="{D42A27DB-BD31-4B8C-83A1-F6EECF244321}">
                <p14:modId xmlns:p14="http://schemas.microsoft.com/office/powerpoint/2010/main" val="4129387583"/>
              </p:ext>
            </p:extLst>
          </p:nvPr>
        </p:nvGraphicFramePr>
        <p:xfrm>
          <a:off x="9108810" y="16535804"/>
          <a:ext cx="12567528" cy="4570551"/>
        </p:xfrm>
        <a:graphic>
          <a:graphicData uri="http://schemas.openxmlformats.org/drawingml/2006/table">
            <a:tbl>
              <a:tblPr firstRow="1" bandRow="1">
                <a:tableStyleId>{5C22544A-7EE6-4342-B048-85BDC9FD1C3A}</a:tableStyleId>
              </a:tblPr>
              <a:tblGrid>
                <a:gridCol w="2094588">
                  <a:extLst>
                    <a:ext uri="{9D8B030D-6E8A-4147-A177-3AD203B41FA5}">
                      <a16:colId xmlns:a16="http://schemas.microsoft.com/office/drawing/2014/main" val="4156127393"/>
                    </a:ext>
                  </a:extLst>
                </a:gridCol>
                <a:gridCol w="2094588">
                  <a:extLst>
                    <a:ext uri="{9D8B030D-6E8A-4147-A177-3AD203B41FA5}">
                      <a16:colId xmlns:a16="http://schemas.microsoft.com/office/drawing/2014/main" val="3017920803"/>
                    </a:ext>
                  </a:extLst>
                </a:gridCol>
                <a:gridCol w="2094588">
                  <a:extLst>
                    <a:ext uri="{9D8B030D-6E8A-4147-A177-3AD203B41FA5}">
                      <a16:colId xmlns:a16="http://schemas.microsoft.com/office/drawing/2014/main" val="3283017915"/>
                    </a:ext>
                  </a:extLst>
                </a:gridCol>
                <a:gridCol w="2094588">
                  <a:extLst>
                    <a:ext uri="{9D8B030D-6E8A-4147-A177-3AD203B41FA5}">
                      <a16:colId xmlns:a16="http://schemas.microsoft.com/office/drawing/2014/main" val="245726417"/>
                    </a:ext>
                  </a:extLst>
                </a:gridCol>
                <a:gridCol w="2094588">
                  <a:extLst>
                    <a:ext uri="{9D8B030D-6E8A-4147-A177-3AD203B41FA5}">
                      <a16:colId xmlns:a16="http://schemas.microsoft.com/office/drawing/2014/main" val="718556087"/>
                    </a:ext>
                  </a:extLst>
                </a:gridCol>
                <a:gridCol w="2094588">
                  <a:extLst>
                    <a:ext uri="{9D8B030D-6E8A-4147-A177-3AD203B41FA5}">
                      <a16:colId xmlns:a16="http://schemas.microsoft.com/office/drawing/2014/main" val="1489523154"/>
                    </a:ext>
                  </a:extLst>
                </a:gridCol>
              </a:tblGrid>
              <a:tr h="1523517">
                <a:tc>
                  <a:txBody>
                    <a:bodyPr/>
                    <a:lstStyle/>
                    <a:p>
                      <a:endParaRPr lang="en-IN" sz="2190" dirty="0">
                        <a:latin typeface="Times New Roman" panose="02020603050405020304" pitchFamily="18" charset="0"/>
                        <a:cs typeface="Times New Roman" panose="02020603050405020304" pitchFamily="18" charset="0"/>
                      </a:endParaRPr>
                    </a:p>
                  </a:txBody>
                  <a:tcPr/>
                </a:tc>
                <a:tc>
                  <a:txBody>
                    <a:bodyPr/>
                    <a:lstStyle/>
                    <a:p>
                      <a:r>
                        <a:rPr lang="en-IN" sz="2190" dirty="0">
                          <a:latin typeface="Times New Roman" panose="02020603050405020304" pitchFamily="18" charset="0"/>
                          <a:cs typeface="Times New Roman" panose="02020603050405020304" pitchFamily="18" charset="0"/>
                        </a:rPr>
                        <a:t>   Algorithm</a:t>
                      </a:r>
                    </a:p>
                  </a:txBody>
                  <a:tcPr/>
                </a:tc>
                <a:tc>
                  <a:txBody>
                    <a:bodyPr/>
                    <a:lstStyle/>
                    <a:p>
                      <a:r>
                        <a:rPr lang="en-IN" sz="2190" dirty="0">
                          <a:latin typeface="Times New Roman" panose="02020603050405020304" pitchFamily="18" charset="0"/>
                          <a:cs typeface="Times New Roman" panose="02020603050405020304" pitchFamily="18" charset="0"/>
                        </a:rPr>
                        <a:t>         N</a:t>
                      </a:r>
                    </a:p>
                  </a:txBody>
                  <a:tcPr/>
                </a:tc>
                <a:tc>
                  <a:txBody>
                    <a:bodyPr/>
                    <a:lstStyle/>
                    <a:p>
                      <a:r>
                        <a:rPr lang="en-IN" sz="2190" dirty="0">
                          <a:latin typeface="Times New Roman" panose="02020603050405020304" pitchFamily="18" charset="0"/>
                          <a:cs typeface="Times New Roman" panose="02020603050405020304" pitchFamily="18" charset="0"/>
                        </a:rPr>
                        <a:t>      Mean</a:t>
                      </a:r>
                    </a:p>
                  </a:txBody>
                  <a:tcPr/>
                </a:tc>
                <a:tc>
                  <a:txBody>
                    <a:bodyPr/>
                    <a:lstStyle/>
                    <a:p>
                      <a:r>
                        <a:rPr lang="en-IN" sz="2190" dirty="0">
                          <a:latin typeface="Times New Roman" panose="02020603050405020304" pitchFamily="18" charset="0"/>
                          <a:cs typeface="Times New Roman" panose="02020603050405020304" pitchFamily="18" charset="0"/>
                        </a:rPr>
                        <a:t>Std. Deviation</a:t>
                      </a:r>
                    </a:p>
                  </a:txBody>
                  <a:tcPr/>
                </a:tc>
                <a:tc>
                  <a:txBody>
                    <a:bodyPr/>
                    <a:lstStyle/>
                    <a:p>
                      <a:r>
                        <a:rPr lang="en-IN" sz="2190" dirty="0">
                          <a:latin typeface="Times New Roman" panose="02020603050405020304" pitchFamily="18" charset="0"/>
                          <a:cs typeface="Times New Roman" panose="02020603050405020304" pitchFamily="18" charset="0"/>
                        </a:rPr>
                        <a:t>Std. Error          Mean</a:t>
                      </a:r>
                    </a:p>
                  </a:txBody>
                  <a:tcPr/>
                </a:tc>
                <a:extLst>
                  <a:ext uri="{0D108BD9-81ED-4DB2-BD59-A6C34878D82A}">
                    <a16:rowId xmlns:a16="http://schemas.microsoft.com/office/drawing/2014/main" val="1389364768"/>
                  </a:ext>
                </a:extLst>
              </a:tr>
              <a:tr h="1523517">
                <a:tc>
                  <a:txBody>
                    <a:bodyPr/>
                    <a:lstStyle/>
                    <a:p>
                      <a:endParaRPr lang="en-IN" sz="2190" dirty="0">
                        <a:latin typeface="Times New Roman" panose="02020603050405020304" pitchFamily="18" charset="0"/>
                        <a:cs typeface="Times New Roman" panose="02020603050405020304" pitchFamily="18" charset="0"/>
                      </a:endParaRPr>
                    </a:p>
                    <a:p>
                      <a:r>
                        <a:rPr lang="en-IN" sz="2190" dirty="0">
                          <a:latin typeface="Times New Roman" panose="02020603050405020304" pitchFamily="18" charset="0"/>
                          <a:cs typeface="Times New Roman" panose="02020603050405020304" pitchFamily="18" charset="0"/>
                        </a:rPr>
                        <a:t>   Accuracy</a:t>
                      </a:r>
                    </a:p>
                    <a:p>
                      <a:endParaRPr lang="en-IN" sz="2190" dirty="0">
                        <a:latin typeface="Times New Roman" panose="02020603050405020304" pitchFamily="18" charset="0"/>
                        <a:cs typeface="Times New Roman" panose="02020603050405020304" pitchFamily="18" charset="0"/>
                      </a:endParaRPr>
                    </a:p>
                  </a:txBody>
                  <a:tcPr/>
                </a:tc>
                <a:tc>
                  <a:txBody>
                    <a:bodyPr/>
                    <a:lstStyle/>
                    <a:p>
                      <a:r>
                        <a:rPr lang="en-IN" sz="2190" dirty="0">
                          <a:latin typeface="Times New Roman" panose="02020603050405020304" pitchFamily="18" charset="0"/>
                          <a:cs typeface="Times New Roman" panose="02020603050405020304" pitchFamily="18" charset="0"/>
                        </a:rPr>
                        <a:t>Priority Scheduling</a:t>
                      </a:r>
                    </a:p>
                  </a:txBody>
                  <a:tcPr/>
                </a:tc>
                <a:tc>
                  <a:txBody>
                    <a:bodyPr/>
                    <a:lstStyle/>
                    <a:p>
                      <a:r>
                        <a:rPr lang="en-IN" sz="2190" dirty="0">
                          <a:latin typeface="Times New Roman" panose="02020603050405020304" pitchFamily="18" charset="0"/>
                          <a:cs typeface="Times New Roman" panose="02020603050405020304" pitchFamily="18" charset="0"/>
                        </a:rPr>
                        <a:t>         10</a:t>
                      </a:r>
                    </a:p>
                  </a:txBody>
                  <a:tcPr/>
                </a:tc>
                <a:tc>
                  <a:txBody>
                    <a:bodyPr/>
                    <a:lstStyle/>
                    <a:p>
                      <a:r>
                        <a:rPr lang="en-IN" sz="2190" dirty="0">
                          <a:latin typeface="Times New Roman" panose="02020603050405020304" pitchFamily="18" charset="0"/>
                          <a:cs typeface="Times New Roman" panose="02020603050405020304" pitchFamily="18" charset="0"/>
                        </a:rPr>
                        <a:t>     83.4000</a:t>
                      </a:r>
                    </a:p>
                  </a:txBody>
                  <a:tcPr/>
                </a:tc>
                <a:tc>
                  <a:txBody>
                    <a:bodyPr/>
                    <a:lstStyle/>
                    <a:p>
                      <a:r>
                        <a:rPr lang="en-IN" sz="2190" dirty="0">
                          <a:latin typeface="Times New Roman" panose="02020603050405020304" pitchFamily="18" charset="0"/>
                          <a:cs typeface="Times New Roman" panose="02020603050405020304" pitchFamily="18" charset="0"/>
                        </a:rPr>
                        <a:t>    8.24891</a:t>
                      </a:r>
                    </a:p>
                  </a:txBody>
                  <a:tcPr/>
                </a:tc>
                <a:tc>
                  <a:txBody>
                    <a:bodyPr/>
                    <a:lstStyle/>
                    <a:p>
                      <a:r>
                        <a:rPr lang="en-IN" sz="2190" dirty="0">
                          <a:latin typeface="Times New Roman" panose="02020603050405020304" pitchFamily="18" charset="0"/>
                          <a:cs typeface="Times New Roman" panose="02020603050405020304" pitchFamily="18" charset="0"/>
                        </a:rPr>
                        <a:t>    2.60853</a:t>
                      </a:r>
                    </a:p>
                  </a:txBody>
                  <a:tcPr/>
                </a:tc>
                <a:extLst>
                  <a:ext uri="{0D108BD9-81ED-4DB2-BD59-A6C34878D82A}">
                    <a16:rowId xmlns:a16="http://schemas.microsoft.com/office/drawing/2014/main" val="4074640908"/>
                  </a:ext>
                </a:extLst>
              </a:tr>
              <a:tr h="1523517">
                <a:tc>
                  <a:txBody>
                    <a:bodyPr/>
                    <a:lstStyle/>
                    <a:p>
                      <a:endParaRPr lang="en-IN" sz="2190">
                        <a:latin typeface="Times New Roman" panose="02020603050405020304" pitchFamily="18" charset="0"/>
                        <a:cs typeface="Times New Roman" panose="02020603050405020304" pitchFamily="18" charset="0"/>
                      </a:endParaRPr>
                    </a:p>
                  </a:txBody>
                  <a:tcPr/>
                </a:tc>
                <a:tc>
                  <a:txBody>
                    <a:bodyPr/>
                    <a:lstStyle/>
                    <a:p>
                      <a:r>
                        <a:rPr lang="en-IN" sz="2190" dirty="0">
                          <a:latin typeface="Times New Roman" panose="02020603050405020304" pitchFamily="18" charset="0"/>
                          <a:cs typeface="Times New Roman" panose="02020603050405020304" pitchFamily="18" charset="0"/>
                        </a:rPr>
                        <a:t>Deadline Scheduling</a:t>
                      </a:r>
                    </a:p>
                  </a:txBody>
                  <a:tcPr/>
                </a:tc>
                <a:tc>
                  <a:txBody>
                    <a:bodyPr/>
                    <a:lstStyle/>
                    <a:p>
                      <a:r>
                        <a:rPr lang="en-IN" sz="2190" dirty="0">
                          <a:latin typeface="Times New Roman" panose="02020603050405020304" pitchFamily="18" charset="0"/>
                          <a:cs typeface="Times New Roman" panose="02020603050405020304" pitchFamily="18" charset="0"/>
                        </a:rPr>
                        <a:t>         10</a:t>
                      </a:r>
                    </a:p>
                  </a:txBody>
                  <a:tcPr/>
                </a:tc>
                <a:tc>
                  <a:txBody>
                    <a:bodyPr/>
                    <a:lstStyle/>
                    <a:p>
                      <a:r>
                        <a:rPr lang="en-IN" sz="2190" dirty="0">
                          <a:latin typeface="Times New Roman" panose="02020603050405020304" pitchFamily="18" charset="0"/>
                          <a:cs typeface="Times New Roman" panose="02020603050405020304" pitchFamily="18" charset="0"/>
                        </a:rPr>
                        <a:t>     83.5000</a:t>
                      </a:r>
                    </a:p>
                  </a:txBody>
                  <a:tcPr/>
                </a:tc>
                <a:tc>
                  <a:txBody>
                    <a:bodyPr/>
                    <a:lstStyle/>
                    <a:p>
                      <a:r>
                        <a:rPr lang="en-IN" sz="2190" dirty="0">
                          <a:latin typeface="Times New Roman" panose="02020603050405020304" pitchFamily="18" charset="0"/>
                          <a:cs typeface="Times New Roman" panose="02020603050405020304" pitchFamily="18" charset="0"/>
                        </a:rPr>
                        <a:t>    8.01734</a:t>
                      </a:r>
                    </a:p>
                  </a:txBody>
                  <a:tcPr/>
                </a:tc>
                <a:tc>
                  <a:txBody>
                    <a:bodyPr/>
                    <a:lstStyle/>
                    <a:p>
                      <a:r>
                        <a:rPr lang="en-IN" sz="2190" dirty="0">
                          <a:latin typeface="Times New Roman" panose="02020603050405020304" pitchFamily="18" charset="0"/>
                          <a:cs typeface="Times New Roman" panose="02020603050405020304" pitchFamily="18" charset="0"/>
                        </a:rPr>
                        <a:t>    2.53531</a:t>
                      </a:r>
                    </a:p>
                  </a:txBody>
                  <a:tcPr/>
                </a:tc>
                <a:extLst>
                  <a:ext uri="{0D108BD9-81ED-4DB2-BD59-A6C34878D82A}">
                    <a16:rowId xmlns:a16="http://schemas.microsoft.com/office/drawing/2014/main" val="2611577779"/>
                  </a:ext>
                </a:extLst>
              </a:tr>
            </a:tbl>
          </a:graphicData>
        </a:graphic>
      </p:graphicFrame>
      <p:sp>
        <p:nvSpPr>
          <p:cNvPr id="100" name="Rectangle 99">
            <a:extLst>
              <a:ext uri="{FF2B5EF4-FFF2-40B4-BE49-F238E27FC236}">
                <a16:creationId xmlns:a16="http://schemas.microsoft.com/office/drawing/2014/main" id="{59A28B4C-0C62-927D-6374-09F8C6AA80FF}"/>
              </a:ext>
            </a:extLst>
          </p:cNvPr>
          <p:cNvSpPr/>
          <p:nvPr/>
        </p:nvSpPr>
        <p:spPr>
          <a:xfrm>
            <a:off x="15626534" y="10533841"/>
            <a:ext cx="27664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2"/>
                </a:solidFill>
              </a:rPr>
              <a:t>Feasibility businessstudy</a:t>
            </a:r>
          </a:p>
        </p:txBody>
      </p:sp>
      <p:sp>
        <p:nvSpPr>
          <p:cNvPr id="101" name="Rectangle 100">
            <a:extLst>
              <a:ext uri="{FF2B5EF4-FFF2-40B4-BE49-F238E27FC236}">
                <a16:creationId xmlns:a16="http://schemas.microsoft.com/office/drawing/2014/main" id="{9C7DC214-C86C-03AF-B7B5-EC89ACCBF66B}"/>
              </a:ext>
            </a:extLst>
          </p:cNvPr>
          <p:cNvSpPr/>
          <p:nvPr/>
        </p:nvSpPr>
        <p:spPr>
          <a:xfrm>
            <a:off x="15654262" y="14216159"/>
            <a:ext cx="27664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2"/>
                </a:solidFill>
              </a:rPr>
              <a:t>Design and Build</a:t>
            </a:r>
          </a:p>
        </p:txBody>
      </p:sp>
      <p:sp>
        <p:nvSpPr>
          <p:cNvPr id="102" name="Rectangle 101">
            <a:extLst>
              <a:ext uri="{FF2B5EF4-FFF2-40B4-BE49-F238E27FC236}">
                <a16:creationId xmlns:a16="http://schemas.microsoft.com/office/drawing/2014/main" id="{D05775EA-4DB5-1C40-2FD9-00339D1D9234}"/>
              </a:ext>
            </a:extLst>
          </p:cNvPr>
          <p:cNvSpPr/>
          <p:nvPr/>
        </p:nvSpPr>
        <p:spPr>
          <a:xfrm>
            <a:off x="12559495" y="12338338"/>
            <a:ext cx="275233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2"/>
                </a:solidFill>
              </a:rPr>
              <a:t>Functional Model</a:t>
            </a:r>
          </a:p>
        </p:txBody>
      </p:sp>
      <p:sp>
        <p:nvSpPr>
          <p:cNvPr id="103" name="Rectangle 102">
            <a:extLst>
              <a:ext uri="{FF2B5EF4-FFF2-40B4-BE49-F238E27FC236}">
                <a16:creationId xmlns:a16="http://schemas.microsoft.com/office/drawing/2014/main" id="{40E89372-26FA-E11C-6528-CCF939DB9BC2}"/>
              </a:ext>
            </a:extLst>
          </p:cNvPr>
          <p:cNvSpPr/>
          <p:nvPr/>
        </p:nvSpPr>
        <p:spPr>
          <a:xfrm>
            <a:off x="18701023" y="12304926"/>
            <a:ext cx="288660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2"/>
                </a:solidFill>
              </a:rPr>
              <a:t>Implementation</a:t>
            </a:r>
          </a:p>
        </p:txBody>
      </p:sp>
      <p:cxnSp>
        <p:nvCxnSpPr>
          <p:cNvPr id="108" name="Straight Arrow Connector 107">
            <a:extLst>
              <a:ext uri="{FF2B5EF4-FFF2-40B4-BE49-F238E27FC236}">
                <a16:creationId xmlns:a16="http://schemas.microsoft.com/office/drawing/2014/main" id="{F6F2FF0B-7A60-76CA-05F4-F6F443396985}"/>
              </a:ext>
            </a:extLst>
          </p:cNvPr>
          <p:cNvCxnSpPr>
            <a:cxnSpLocks/>
          </p:cNvCxnSpPr>
          <p:nvPr/>
        </p:nvCxnSpPr>
        <p:spPr>
          <a:xfrm>
            <a:off x="18420715" y="10991041"/>
            <a:ext cx="1872489" cy="1285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9C95438-B8C3-891B-D495-FB798A296450}"/>
              </a:ext>
            </a:extLst>
          </p:cNvPr>
          <p:cNvCxnSpPr>
            <a:cxnSpLocks/>
          </p:cNvCxnSpPr>
          <p:nvPr/>
        </p:nvCxnSpPr>
        <p:spPr>
          <a:xfrm flipH="1">
            <a:off x="14132583" y="10991041"/>
            <a:ext cx="1493951" cy="1387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6592C42C-BCC5-CA4B-9580-6EA7BE78F58D}"/>
              </a:ext>
            </a:extLst>
          </p:cNvPr>
          <p:cNvCxnSpPr>
            <a:cxnSpLocks/>
          </p:cNvCxnSpPr>
          <p:nvPr/>
        </p:nvCxnSpPr>
        <p:spPr>
          <a:xfrm>
            <a:off x="13789480" y="13257894"/>
            <a:ext cx="1916213" cy="170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309928C5-E722-7C6A-63CE-E8C3CF502DA2}"/>
              </a:ext>
            </a:extLst>
          </p:cNvPr>
          <p:cNvCxnSpPr>
            <a:cxnSpLocks/>
            <a:stCxn id="103" idx="2"/>
          </p:cNvCxnSpPr>
          <p:nvPr/>
        </p:nvCxnSpPr>
        <p:spPr>
          <a:xfrm flipH="1">
            <a:off x="18448443" y="13219326"/>
            <a:ext cx="1695882" cy="1801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393</TotalTime>
  <Words>758</Words>
  <Application>Microsoft Office PowerPoint</Application>
  <PresentationFormat>Custom</PresentationFormat>
  <Paragraphs>82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Söhne</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vamsi vallepu</cp:lastModifiedBy>
  <cp:revision>77</cp:revision>
  <dcterms:created xsi:type="dcterms:W3CDTF">2023-04-19T08:35:00Z</dcterms:created>
  <dcterms:modified xsi:type="dcterms:W3CDTF">2024-04-16T08:30:49Z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